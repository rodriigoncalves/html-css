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9144000" cy="6858000" type="screen4x3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498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PT" smtClean="0"/>
              <a:t>Faça clique para editar o estilo</a:t>
            </a:r>
            <a:endParaRPr lang="pt-PT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70875-E729-438F-AD64-DA10B3256A5A}" type="datetimeFigureOut">
              <a:rPr lang="pt-PT" smtClean="0"/>
              <a:t>10-12-2009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C85B3-BB92-4040-8F52-E774985663BC}" type="slidenum">
              <a:rPr lang="pt-PT" smtClean="0"/>
              <a:t>‹nº›</a:t>
            </a:fld>
            <a:endParaRPr lang="pt-PT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c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pt-PT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70875-E729-438F-AD64-DA10B3256A5A}" type="datetimeFigureOut">
              <a:rPr lang="pt-PT" smtClean="0"/>
              <a:t>10-12-2009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C85B3-BB92-4040-8F52-E774985663BC}" type="slidenum">
              <a:rPr lang="pt-PT" smtClean="0"/>
              <a:t>‹nº›</a:t>
            </a:fld>
            <a:endParaRPr lang="pt-PT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 smtClean="0"/>
              <a:t>Clique para editar os estilos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70875-E729-438F-AD64-DA10B3256A5A}" type="datetimeFigureOut">
              <a:rPr lang="pt-PT" smtClean="0"/>
              <a:t>10-12-2009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C85B3-BB92-4040-8F52-E774985663BC}" type="slidenum">
              <a:rPr lang="pt-PT" smtClean="0"/>
              <a:t>‹nº›</a:t>
            </a:fld>
            <a:endParaRPr lang="pt-PT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Marcador de Posição de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pt-PT"/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pt-PT"/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70875-E729-438F-AD64-DA10B3256A5A}" type="datetimeFigureOut">
              <a:rPr lang="pt-PT" smtClean="0"/>
              <a:t>10-12-2009</a:t>
            </a:fld>
            <a:endParaRPr lang="pt-PT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C85B3-BB92-4040-8F52-E774985663BC}" type="slidenum">
              <a:rPr lang="pt-PT" smtClean="0"/>
              <a:t>‹nº›</a:t>
            </a:fld>
            <a:endParaRPr lang="pt-PT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 smtClean="0"/>
              <a:t>Clique para editar os estilos</a:t>
            </a:r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pt-PT"/>
          </a:p>
        </p:txBody>
      </p:sp>
      <p:sp>
        <p:nvSpPr>
          <p:cNvPr id="5" name="Marcador de Posição do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 smtClean="0"/>
              <a:t>Clique para editar os estilos</a:t>
            </a:r>
          </a:p>
        </p:txBody>
      </p:sp>
      <p:sp>
        <p:nvSpPr>
          <p:cNvPr id="6" name="Marcador de Posição de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pt-PT"/>
          </a:p>
        </p:txBody>
      </p:sp>
      <p:sp>
        <p:nvSpPr>
          <p:cNvPr id="7" name="Marcador de Posição d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70875-E729-438F-AD64-DA10B3256A5A}" type="datetimeFigureOut">
              <a:rPr lang="pt-PT" smtClean="0"/>
              <a:t>10-12-2009</a:t>
            </a:fld>
            <a:endParaRPr lang="pt-PT"/>
          </a:p>
        </p:txBody>
      </p:sp>
      <p:sp>
        <p:nvSpPr>
          <p:cNvPr id="8" name="Marcador de Posição do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Marcador de Posição do Número do Diapositivo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C85B3-BB92-4040-8F52-E774985663BC}" type="slidenum">
              <a:rPr lang="pt-PT" smtClean="0"/>
              <a:t>‹nº›</a:t>
            </a:fld>
            <a:endParaRPr lang="pt-PT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70875-E729-438F-AD64-DA10B3256A5A}" type="datetimeFigureOut">
              <a:rPr lang="pt-PT" smtClean="0"/>
              <a:t>10-12-2009</a:t>
            </a:fld>
            <a:endParaRPr lang="pt-PT"/>
          </a:p>
        </p:txBody>
      </p:sp>
      <p:sp>
        <p:nvSpPr>
          <p:cNvPr id="4" name="Marcador de Posição do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Número do Diapositivo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C85B3-BB92-4040-8F52-E774985663BC}" type="slidenum">
              <a:rPr lang="pt-PT" smtClean="0"/>
              <a:t>‹nº›</a:t>
            </a:fld>
            <a:endParaRPr lang="pt-P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70875-E729-438F-AD64-DA10B3256A5A}" type="datetimeFigureOut">
              <a:rPr lang="pt-PT" smtClean="0"/>
              <a:t>10-12-2009</a:t>
            </a:fld>
            <a:endParaRPr lang="pt-PT"/>
          </a:p>
        </p:txBody>
      </p:sp>
      <p:sp>
        <p:nvSpPr>
          <p:cNvPr id="3" name="Marcador de Posição do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C85B3-BB92-4040-8F52-E774985663BC}" type="slidenum">
              <a:rPr lang="pt-PT" smtClean="0"/>
              <a:t>‹nº›</a:t>
            </a:fld>
            <a:endParaRPr lang="pt-PT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pt-PT"/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 smtClean="0"/>
              <a:t>Clique para editar os estilos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70875-E729-438F-AD64-DA10B3256A5A}" type="datetimeFigureOut">
              <a:rPr lang="pt-PT" smtClean="0"/>
              <a:t>10-12-2009</a:t>
            </a:fld>
            <a:endParaRPr lang="pt-PT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C85B3-BB92-4040-8F52-E774985663BC}" type="slidenum">
              <a:rPr lang="pt-PT" smtClean="0"/>
              <a:t>‹nº›</a:t>
            </a:fld>
            <a:endParaRPr lang="pt-PT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Marcador de Posição d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 smtClean="0"/>
              <a:t>Clique para editar os estilos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70875-E729-438F-AD64-DA10B3256A5A}" type="datetimeFigureOut">
              <a:rPr lang="pt-PT" smtClean="0"/>
              <a:t>10-12-2009</a:t>
            </a:fld>
            <a:endParaRPr lang="pt-PT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C85B3-BB92-4040-8F52-E774985663BC}" type="slidenum">
              <a:rPr lang="pt-PT" smtClean="0"/>
              <a:t>‹nº›</a:t>
            </a:fld>
            <a:endParaRPr lang="pt-PT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pt-PT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70875-E729-438F-AD64-DA10B3256A5A}" type="datetimeFigureOut">
              <a:rPr lang="pt-PT" smtClean="0"/>
              <a:t>10-12-2009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C85B3-BB92-4040-8F52-E774985663BC}" type="slidenum">
              <a:rPr lang="pt-PT" smtClean="0"/>
              <a:t>‹nº›</a:t>
            </a:fld>
            <a:endParaRPr lang="pt-P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pt-PT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70875-E729-438F-AD64-DA10B3256A5A}" type="datetimeFigureOut">
              <a:rPr lang="pt-PT" smtClean="0"/>
              <a:t>10-12-2009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C85B3-BB92-4040-8F52-E774985663BC}" type="slidenum">
              <a:rPr lang="pt-PT" smtClean="0"/>
              <a:t>‹nº›</a:t>
            </a:fld>
            <a:endParaRPr lang="pt-PT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pt-PT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270875-E729-438F-AD64-DA10B3256A5A}" type="datetimeFigureOut">
              <a:rPr lang="pt-PT" smtClean="0"/>
              <a:t>10-12-2009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AC85B3-BB92-4040-8F52-E774985663BC}" type="slidenum">
              <a:rPr lang="pt-PT" smtClean="0"/>
              <a:t>‹nº›</a:t>
            </a:fld>
            <a:endParaRPr lang="pt-P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Aluno TIS 2023 2026</dc:creator>
  <dcterms:created xsi:type="dcterms:W3CDTF">2026-01-15T14:39:31Z</dcterms:created>
</cp:coreProperties>
</file>